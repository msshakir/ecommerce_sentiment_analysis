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7" r:id="rId1"/>
  </p:sldMasterIdLst>
  <p:notesMasterIdLst>
    <p:notesMasterId r:id="rId20"/>
  </p:notesMasterIdLst>
  <p:sldIdLst>
    <p:sldId id="256" r:id="rId2"/>
    <p:sldId id="304" r:id="rId3"/>
    <p:sldId id="257" r:id="rId4"/>
    <p:sldId id="271" r:id="rId5"/>
    <p:sldId id="307" r:id="rId6"/>
    <p:sldId id="308" r:id="rId7"/>
    <p:sldId id="306" r:id="rId8"/>
    <p:sldId id="283" r:id="rId9"/>
    <p:sldId id="284" r:id="rId10"/>
    <p:sldId id="287" r:id="rId11"/>
    <p:sldId id="288" r:id="rId12"/>
    <p:sldId id="289" r:id="rId13"/>
    <p:sldId id="291" r:id="rId14"/>
    <p:sldId id="290" r:id="rId15"/>
    <p:sldId id="272" r:id="rId16"/>
    <p:sldId id="293" r:id="rId17"/>
    <p:sldId id="303" r:id="rId18"/>
    <p:sldId id="286" r:id="rId1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17E66CCF-AC78-41D6-A825-B2C11A24A95F}">
          <p14:sldIdLst>
            <p14:sldId id="256"/>
            <p14:sldId id="304"/>
            <p14:sldId id="257"/>
            <p14:sldId id="271"/>
            <p14:sldId id="307"/>
            <p14:sldId id="308"/>
            <p14:sldId id="306"/>
            <p14:sldId id="283"/>
            <p14:sldId id="284"/>
            <p14:sldId id="287"/>
            <p14:sldId id="288"/>
            <p14:sldId id="289"/>
            <p14:sldId id="291"/>
            <p14:sldId id="290"/>
            <p14:sldId id="272"/>
            <p14:sldId id="293"/>
            <p14:sldId id="303"/>
            <p14:sldId id="286"/>
          </p14:sldIdLst>
        </p14:section>
        <p14:section name="Untitled Section" id="{FE8F986F-1A3A-4902-BC95-39A5A792F6A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248" autoAdjust="0"/>
  </p:normalViewPr>
  <p:slideViewPr>
    <p:cSldViewPr snapToGrid="0">
      <p:cViewPr varScale="1">
        <p:scale>
          <a:sx n="103" d="100"/>
          <a:sy n="103" d="100"/>
        </p:scale>
        <p:origin x="1013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48882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428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a4ea851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2" name="Google Shape;92;g2fa4ea851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723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599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94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3883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175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584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1945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9393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5398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845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28803" y="16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1015199" y="1015199"/>
                </a:moveTo>
                <a:lnTo>
                  <a:pt x="0" y="1015199"/>
                </a:lnTo>
                <a:lnTo>
                  <a:pt x="0" y="0"/>
                </a:lnTo>
                <a:lnTo>
                  <a:pt x="1015199" y="0"/>
                </a:lnTo>
                <a:lnTo>
                  <a:pt x="1015199" y="1015199"/>
                </a:lnTo>
                <a:close/>
              </a:path>
            </a:pathLst>
          </a:custGeom>
          <a:solidFill>
            <a:srgbClr val="212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13463" y="4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1015199" y="1015199"/>
                </a:moveTo>
                <a:lnTo>
                  <a:pt x="0" y="1015199"/>
                </a:lnTo>
                <a:lnTo>
                  <a:pt x="1015199" y="0"/>
                </a:lnTo>
                <a:lnTo>
                  <a:pt x="1015199" y="1015199"/>
                </a:lnTo>
                <a:close/>
              </a:path>
            </a:pathLst>
          </a:custGeom>
          <a:solidFill>
            <a:srgbClr val="3849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113588" y="106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0" y="1015199"/>
                </a:moveTo>
                <a:lnTo>
                  <a:pt x="0" y="0"/>
                </a:lnTo>
                <a:lnTo>
                  <a:pt x="1015199" y="0"/>
                </a:lnTo>
                <a:lnTo>
                  <a:pt x="0" y="1015199"/>
                </a:lnTo>
                <a:close/>
              </a:path>
            </a:pathLst>
          </a:custGeom>
          <a:solidFill>
            <a:srgbClr val="789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098378" y="96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1015199" y="1015199"/>
                </a:moveTo>
                <a:lnTo>
                  <a:pt x="0" y="0"/>
                </a:lnTo>
                <a:lnTo>
                  <a:pt x="1015199" y="0"/>
                </a:lnTo>
                <a:lnTo>
                  <a:pt x="1015199" y="1015199"/>
                </a:lnTo>
                <a:close/>
              </a:path>
            </a:pathLst>
          </a:custGeom>
          <a:solidFill>
            <a:srgbClr val="212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128789" y="1015375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4">
                <a:moveTo>
                  <a:pt x="1015199" y="1015199"/>
                </a:moveTo>
                <a:lnTo>
                  <a:pt x="0" y="0"/>
                </a:lnTo>
                <a:lnTo>
                  <a:pt x="1015199" y="0"/>
                </a:lnTo>
                <a:lnTo>
                  <a:pt x="1015199" y="1015199"/>
                </a:lnTo>
                <a:close/>
              </a:path>
            </a:pathLst>
          </a:custGeom>
          <a:solidFill>
            <a:srgbClr val="789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184" y="0"/>
            <a:ext cx="1571815" cy="15204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68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0804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019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100" y="987899"/>
                </a:moveTo>
                <a:lnTo>
                  <a:pt x="0" y="987899"/>
                </a:lnTo>
                <a:lnTo>
                  <a:pt x="989100" y="0"/>
                </a:lnTo>
                <a:lnTo>
                  <a:pt x="989100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1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avLst/>
            <a:gdLst/>
            <a:ahLst/>
            <a:cxnLst/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6839" y="127230"/>
            <a:ext cx="4164965" cy="566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494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</p:sldLayoutIdLst>
  <p:hf sldNum="0"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 idx="4294967295"/>
          </p:nvPr>
        </p:nvSpPr>
        <p:spPr>
          <a:xfrm>
            <a:off x="272053" y="1335601"/>
            <a:ext cx="8221663" cy="20304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sz="2400" b="1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Internship – Final Presentation</a:t>
            </a:r>
            <a:br>
              <a:rPr lang="en-GB" sz="2400" b="1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b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</a:t>
            </a:r>
            <a:r>
              <a:rPr lang="en-IN" altLang="en-US" sz="240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at Take It Smart</a:t>
            </a:r>
            <a:r>
              <a:rPr lang="en-GB" sz="240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GB" sz="3600" dirty="0">
                <a:solidFill>
                  <a:srgbClr val="7030A0"/>
                </a:solidFill>
              </a:rPr>
            </a:br>
            <a:r>
              <a:rPr lang="en-GB" sz="3200" dirty="0"/>
              <a:t>                              </a:t>
            </a:r>
            <a:endParaRPr lang="en-GB" sz="2400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4294967295"/>
          </p:nvPr>
        </p:nvSpPr>
        <p:spPr>
          <a:xfrm>
            <a:off x="590550" y="3255963"/>
            <a:ext cx="8553450" cy="17510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                                                                                                                        Under the Guidance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Mohammed Shakir (4AI22CD036)                                                                                          Prof. Shilpa K V</a:t>
            </a: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50" y="64025"/>
            <a:ext cx="1352225" cy="13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184" y="-101910"/>
            <a:ext cx="1672366" cy="16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966191" y="90265"/>
            <a:ext cx="49728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Dept. of CS&amp;E ( DATA SCIENCE)</a:t>
            </a:r>
            <a:endParaRPr sz="1800" b="1" dirty="0">
              <a:solidFill>
                <a:schemeClr val="bg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Adichunchanagiri Institute of Technology</a:t>
            </a:r>
            <a:endParaRPr sz="1800" b="1" dirty="0">
              <a:solidFill>
                <a:schemeClr val="bg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Chikkamagaluru - 577102</a:t>
            </a:r>
            <a:endParaRPr sz="1800" b="1" dirty="0">
              <a:solidFill>
                <a:schemeClr val="bg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E1A3-C5C7-887C-58DE-245922350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892" y="358958"/>
            <a:ext cx="6447501" cy="700548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C8358-9D06-5BD3-E5A9-A33AD2FC9A2F}"/>
              </a:ext>
            </a:extLst>
          </p:cNvPr>
          <p:cNvSpPr txBox="1"/>
          <p:nvPr/>
        </p:nvSpPr>
        <p:spPr>
          <a:xfrm>
            <a:off x="582761" y="1059506"/>
            <a:ext cx="4575686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Internship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Experiences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 Summary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Outputs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12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66975" y="94236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285387" y="808855"/>
            <a:ext cx="8520600" cy="41023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Organization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It Smart (OPC) Pvt Ltd is a technology-driven company specializing in innovative solutions in the fields of Data Science, Artificial Intelligence, Machine Learning, and software development. The organization focuses on providing industry-oriented internship programs that combine theoretical concepts with practical implementation, helping students gain real-world technical experience.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 of the Organization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learning approach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AI/ML tools and frameworks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web application development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datasets and projects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86334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INTERNSHIP</a:t>
            </a:r>
            <a:br>
              <a:rPr lang="en-IN" b="1" u="sng" dirty="0"/>
            </a:br>
            <a:br>
              <a:rPr lang="en-IN" b="1" u="sng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62361"/>
            <a:ext cx="8520600" cy="4094805"/>
          </a:xfrm>
        </p:spPr>
        <p:txBody>
          <a:bodyPr>
            <a:no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Objectives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learn Python programming and Object-Oriented Programming (OOP) concepts.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Data Science and Machine Learning lifecycle.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work with libraries such as NumPy, Pandas, Matplotlib, and Seaborn.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dashboards using Power BI.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Deep Learning and Natural Language Processing (NLP) concepts.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learn Generative AI, Retrieval-Augmented Generation (RAG), Vector Databases, and LLM frameworks.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61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1004-516F-B12F-2754-CF2E05CC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8600"/>
            <a:ext cx="4164965" cy="723275"/>
          </a:xfrm>
        </p:spPr>
        <p:txBody>
          <a:bodyPr/>
          <a:lstStyle/>
          <a:p>
            <a:r>
              <a:rPr lang="en-IN" sz="2000" u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and Professional Objectives</a:t>
            </a:r>
            <a:br>
              <a:rPr lang="en-IN" sz="28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11A7D-1236-2E38-2C31-EFF39FF30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74395"/>
            <a:ext cx="8229600" cy="2354491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real-time projects.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improve problem-solving and analytical thinking skills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work with real-world datasets and practical applications.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and presentation abilities.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industry workflow and deployment processes.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29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36DB-1DF4-E896-2395-87C88026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6839" y="127230"/>
            <a:ext cx="4704093" cy="830997"/>
          </a:xfrm>
        </p:spPr>
        <p:txBody>
          <a:bodyPr/>
          <a:lstStyle/>
          <a:p>
            <a:r>
              <a:rPr lang="en-IN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  <a:b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7C626-90F0-E0C5-F0A7-6CDE79D3B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26066"/>
            <a:ext cx="8229600" cy="3850285"/>
          </a:xfrm>
        </p:spPr>
        <p:txBody>
          <a:bodyPr/>
          <a:lstStyle/>
          <a:p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Learning</a:t>
            </a:r>
          </a:p>
          <a:p>
            <a:pPr marL="114300" indent="0" algn="just">
              <a:lnSpc>
                <a:spcPct val="17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internship, I gained exposure to different tools and technologies used in Data Science.</a:t>
            </a:r>
          </a:p>
          <a:p>
            <a:pPr lvl="1" indent="-457200" algn="just">
              <a:lnSpc>
                <a:spcPct val="170000"/>
              </a:lnSpc>
              <a:buClr>
                <a:srgbClr val="0070C0"/>
              </a:buClr>
              <a:buSzPct val="116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Python for data analysis.</a:t>
            </a:r>
          </a:p>
          <a:p>
            <a:pPr lvl="1" indent="-457200" algn="just">
              <a:lnSpc>
                <a:spcPct val="170000"/>
              </a:lnSpc>
              <a:buClr>
                <a:srgbClr val="0070C0"/>
              </a:buClr>
              <a:buSzPct val="116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SQL for database operations.</a:t>
            </a:r>
          </a:p>
          <a:p>
            <a:pPr lvl="1" indent="-457200" algn="just">
              <a:lnSpc>
                <a:spcPct val="170000"/>
              </a:lnSpc>
              <a:buClr>
                <a:srgbClr val="0070C0"/>
              </a:buClr>
              <a:buSzPct val="116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dashboards using Power BI.</a:t>
            </a:r>
          </a:p>
          <a:p>
            <a:pPr lvl="1" indent="-457200" algn="just">
              <a:lnSpc>
                <a:spcPct val="170000"/>
              </a:lnSpc>
              <a:buClr>
                <a:srgbClr val="0070C0"/>
              </a:buClr>
              <a:buSzPct val="116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Pandas and NumPy.</a:t>
            </a:r>
          </a:p>
          <a:p>
            <a:pPr lvl="1" indent="-457200" algn="just">
              <a:lnSpc>
                <a:spcPct val="170000"/>
              </a:lnSpc>
              <a:buClr>
                <a:srgbClr val="0070C0"/>
              </a:buClr>
              <a:buSzPct val="116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EDA and Machine Learning using Scikit-learn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948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4C41-FAC4-2B7D-C422-42EA505FB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35" y="301043"/>
            <a:ext cx="4164965" cy="409318"/>
          </a:xfrm>
        </p:spPr>
        <p:txBody>
          <a:bodyPr/>
          <a:lstStyle/>
          <a:p>
            <a:r>
              <a:rPr lang="en-US" sz="2000" u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Implementation</a:t>
            </a:r>
            <a:b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1670F-1A80-05FD-A7EE-99AC8DE27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035" y="874395"/>
            <a:ext cx="8229600" cy="2354491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Preprocessing using Python, NumPy, and Pandas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using Matplotlib, Seaborn , and Plotly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 using Power BI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Model Implementation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Generative AI Application Development using RAG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6019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57" y="27397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IN" sz="22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200" b="1" u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Experience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97D18-AD95-8201-BDB1-4D95D63DC0EF}"/>
              </a:ext>
            </a:extLst>
          </p:cNvPr>
          <p:cNvSpPr txBox="1"/>
          <p:nvPr/>
        </p:nvSpPr>
        <p:spPr>
          <a:xfrm>
            <a:off x="391074" y="881774"/>
            <a:ext cx="793676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Machine Learning and Data Science based applications.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real-world datasets for analysis and prediction tasks.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interactive dashboards and data visualization projects.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NLP and Generative AI based solutions using RAG architecture.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project deployment and workflow management.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06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84" y="304202"/>
            <a:ext cx="8520600" cy="607800"/>
          </a:xfrm>
        </p:spPr>
        <p:txBody>
          <a:bodyPr>
            <a:normAutofit/>
          </a:bodyPr>
          <a:lstStyle/>
          <a:p>
            <a:r>
              <a:rPr lang="en-IN" sz="2000" b="1" u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F4220-4D14-46A1-D0AF-4EB4F1BA3120}"/>
              </a:ext>
            </a:extLst>
          </p:cNvPr>
          <p:cNvSpPr txBox="1"/>
          <p:nvPr/>
        </p:nvSpPr>
        <p:spPr>
          <a:xfrm>
            <a:off x="383884" y="859103"/>
            <a:ext cx="634979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complex Machine Learning and AI concepts.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with real-world datasets and data preprocessing.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errors and debugging during project development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model performance and project workflow.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new tools and technologies within limited 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52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7D82-74C7-CF71-FBF1-B278B00C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45" y="218048"/>
            <a:ext cx="9141929" cy="3962636"/>
          </a:xfrm>
        </p:spPr>
        <p:txBody>
          <a:bodyPr>
            <a:normAutofit/>
          </a:bodyPr>
          <a:lstStyle/>
          <a:p>
            <a:r>
              <a:rPr lang="en-US" sz="2000" b="1" u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A824E-9D51-7C79-8E5A-780C9E415DF8}"/>
              </a:ext>
            </a:extLst>
          </p:cNvPr>
          <p:cNvSpPr txBox="1"/>
          <p:nvPr/>
        </p:nvSpPr>
        <p:spPr>
          <a:xfrm>
            <a:off x="455250" y="795559"/>
            <a:ext cx="7464511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Data Science, Machine Learning, and Generative AI based projects.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dashboards using Power BI and visualization libraries.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preprocessing, analysis , and visualization on real-world datasets.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Machine Learning, Deep Learning, and NLP techniques.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AI application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RAG architecture.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418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C6300CA-0E21-AFF9-5357-0AD1ECFF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5276"/>
            <a:ext cx="8520600" cy="607800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BB394E-B94E-D5E0-992A-B8C64B064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88" y="902250"/>
            <a:ext cx="8520600" cy="3339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Learning Outcomes</a:t>
            </a:r>
          </a:p>
          <a:p>
            <a:pPr marL="114300" indent="0">
              <a:buNone/>
            </a:pPr>
            <a:endParaRPr lang="en-IN" sz="1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strong understanding of Data Science concepts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Machine Learning workflows and model development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dashboards using Power BI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exposure to NLP and Transformer models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Generative AI and RAG-based systems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358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CE82AE-8955-6020-38D6-B3266F1C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>
            <a:normAutofit/>
          </a:bodyPr>
          <a:lstStyle/>
          <a:p>
            <a:r>
              <a:rPr lang="en-IN" sz="2000" b="1" u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Learning Outcomes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07B1CB-F955-6DAD-8451-6A4700A42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structured and unstructured datasets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visualization and analytical skills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Exploratory Data Analysis (EDA) and KPI analysis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Machine Learning models practically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deployment experience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35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6B76-34C6-7ECC-EB3C-FBA9E1AD7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72" y="461665"/>
            <a:ext cx="6447501" cy="399837"/>
          </a:xfrm>
        </p:spPr>
        <p:txBody>
          <a:bodyPr>
            <a:normAutofit/>
          </a:bodyPr>
          <a:lstStyle/>
          <a:p>
            <a:r>
              <a:rPr lang="en-US" sz="2000" b="1" u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and Personal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ED4AF-0B7F-3ADF-C45D-65D6F55AD353}"/>
              </a:ext>
            </a:extLst>
          </p:cNvPr>
          <p:cNvSpPr txBox="1"/>
          <p:nvPr/>
        </p:nvSpPr>
        <p:spPr>
          <a:xfrm>
            <a:off x="378172" y="973758"/>
            <a:ext cx="6900401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and presentation skills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problem-solving and analytical abilities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time management and work discipline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professional work ethics and responsibility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industry exposure and practical understanding of workflow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91C823-EA7A-010C-D628-4C8279D80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7457DF4-8F19-AF8E-458B-4FF0AD89F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2648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161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6F327-3A4C-39AC-9723-6E2D356C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1662"/>
            <a:ext cx="8520600" cy="6078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65352-9B38-B344-9B47-00E66B5C1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05084"/>
            <a:ext cx="8520600" cy="374828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Weeks 1–5: Foundations &amp; Data Analysis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Fundamentals and OOP Concepts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and Pandas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and Probability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and Database Management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Sales Analysis Project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Weeks 6–8: Machine Learning &amp; Dashboarding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Development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Pizza Sales Analysis Project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Fundamentals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and Classification Models</a:t>
            </a:r>
          </a:p>
          <a:p>
            <a:pPr marL="114300" indent="0">
              <a:buNone/>
            </a:pPr>
            <a:endParaRPr lang="en-IN" sz="16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821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651" y="107393"/>
            <a:ext cx="8520600" cy="607800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857" y="861484"/>
            <a:ext cx="8520600" cy="296572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Weeks 9–14: Advanced AI &amp; Generative AI</a:t>
            </a:r>
          </a:p>
          <a:p>
            <a:pPr marL="114300" indent="0"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using TensorFlow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Transformer Models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Concepts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and RAG Architecture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Databases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Development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Bedrock and AI Agents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1448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8B96-EC2C-33D2-27CD-458A926D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500" y="88491"/>
            <a:ext cx="6447501" cy="56871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27631D-7EFB-98CB-89B1-65CD397D4250}"/>
              </a:ext>
            </a:extLst>
          </p:cNvPr>
          <p:cNvSpPr txBox="1"/>
          <p:nvPr/>
        </p:nvSpPr>
        <p:spPr>
          <a:xfrm>
            <a:off x="180177" y="657203"/>
            <a:ext cx="7301278" cy="125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Pizza Sales Analysis Dashboard</a:t>
            </a:r>
            <a:endParaRPr lang="en-IN" sz="1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Power BI dashboard to analyze pizza sales, track revenue trends, and identify customer preferences and top-selling pizzas.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SQL and Python for data processing and KPI analysis with interactive visualizations.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AD076-50AD-6D15-7394-537EC9BAB4BE}"/>
              </a:ext>
            </a:extLst>
          </p:cNvPr>
          <p:cNvSpPr txBox="1"/>
          <p:nvPr/>
        </p:nvSpPr>
        <p:spPr>
          <a:xfrm>
            <a:off x="3137816" y="4659922"/>
            <a:ext cx="2428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1:Pizza sales analysis dashboard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FB6F84-3520-B052-1D68-92D908FD2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42" y="1916650"/>
            <a:ext cx="6447501" cy="274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4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897D21F-C644-B22D-F38F-A61579E0867B}"/>
              </a:ext>
            </a:extLst>
          </p:cNvPr>
          <p:cNvSpPr txBox="1"/>
          <p:nvPr/>
        </p:nvSpPr>
        <p:spPr>
          <a:xfrm>
            <a:off x="184736" y="211374"/>
            <a:ext cx="6974144" cy="18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Ecommerce Review Sentiment Analysis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sentiment analysis system for ecommerce reviews using Python and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customer feedback, predicts positive or negative sentiment with confidence scores, and visualizes insights through interactive charts and dashboards.</a:t>
            </a:r>
          </a:p>
          <a:p>
            <a:pPr>
              <a:lnSpc>
                <a:spcPct val="15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E34E8-F439-367C-988A-68053FD54895}"/>
              </a:ext>
            </a:extLst>
          </p:cNvPr>
          <p:cNvSpPr txBox="1"/>
          <p:nvPr/>
        </p:nvSpPr>
        <p:spPr>
          <a:xfrm>
            <a:off x="1653998" y="4653728"/>
            <a:ext cx="1462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2:Input Interface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CB88C-6D3A-263C-A450-DD2B22272374}"/>
              </a:ext>
            </a:extLst>
          </p:cNvPr>
          <p:cNvSpPr txBox="1"/>
          <p:nvPr/>
        </p:nvSpPr>
        <p:spPr>
          <a:xfrm>
            <a:off x="6376454" y="4653729"/>
            <a:ext cx="1564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3:Prediction result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355A2-1593-3EB4-F690-9DFEB6F6F1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57" y="1802699"/>
            <a:ext cx="4373743" cy="2875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DC9D89-0BE0-885B-392C-A249B983E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531" y="1802699"/>
            <a:ext cx="4375711" cy="1577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4BF0BF-5D93-15A8-D4BB-441508C9AC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73"/>
          <a:stretch>
            <a:fillRect/>
          </a:stretch>
        </p:blipFill>
        <p:spPr>
          <a:xfrm>
            <a:off x="4614531" y="3334436"/>
            <a:ext cx="4373744" cy="134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24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F1C90F-A321-DAB6-FF5D-FBCD51A07FA9}"/>
              </a:ext>
            </a:extLst>
          </p:cNvPr>
          <p:cNvSpPr txBox="1"/>
          <p:nvPr/>
        </p:nvSpPr>
        <p:spPr>
          <a:xfrm>
            <a:off x="1994572" y="161786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7F72F1-0474-7942-DCA3-C2403BA56186}"/>
              </a:ext>
            </a:extLst>
          </p:cNvPr>
          <p:cNvCxnSpPr>
            <a:cxnSpLocks/>
          </p:cNvCxnSpPr>
          <p:nvPr/>
        </p:nvCxnSpPr>
        <p:spPr>
          <a:xfrm>
            <a:off x="3239347" y="2210667"/>
            <a:ext cx="209529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940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Template-1.pptx</Template>
  <TotalTime>1454</TotalTime>
  <Words>841</Words>
  <Application>Microsoft Office PowerPoint</Application>
  <PresentationFormat>On-screen Show (16:9)</PresentationFormat>
  <Paragraphs>123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Times New Roman</vt:lpstr>
      <vt:lpstr>Calibri</vt:lpstr>
      <vt:lpstr>Roboto</vt:lpstr>
      <vt:lpstr>Office Theme</vt:lpstr>
      <vt:lpstr>            Industry Internship – Final Presentation  On  “Data Science Internship at Take It Smart”                               </vt:lpstr>
      <vt:lpstr>CONTENTS</vt:lpstr>
      <vt:lpstr>INTRODUCTION</vt:lpstr>
      <vt:lpstr>OBJECTIVES OF INTERNSHIP   </vt:lpstr>
      <vt:lpstr>Practical and Professional Objectives </vt:lpstr>
      <vt:lpstr>LEARNING EXPERIENCES </vt:lpstr>
      <vt:lpstr>Practical Implementation </vt:lpstr>
      <vt:lpstr>    Project Experience </vt:lpstr>
      <vt:lpstr>Challenges</vt:lpstr>
      <vt:lpstr>Project Overview</vt:lpstr>
      <vt:lpstr>LEARNING OUTCOMES</vt:lpstr>
      <vt:lpstr>Practical Learning Outcomes</vt:lpstr>
      <vt:lpstr>Professional and Personal development</vt:lpstr>
      <vt:lpstr>INTERNSHIP WORK SUMMARY</vt:lpstr>
      <vt:lpstr>INTERNSHIP WORK SUMMARY</vt:lpstr>
      <vt:lpstr>PROJECT OUTPUTS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- Synopsis on                                     “            “</dc:title>
  <dc:creator>Monika K</dc:creator>
  <cp:lastModifiedBy>Shakir MS</cp:lastModifiedBy>
  <cp:revision>148</cp:revision>
  <dcterms:modified xsi:type="dcterms:W3CDTF">2026-05-14T19:19:34Z</dcterms:modified>
</cp:coreProperties>
</file>